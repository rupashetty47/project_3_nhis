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56" r:id="rId3"/>
    <p:sldId id="257" r:id="rId4"/>
    <p:sldId id="258" r:id="rId5"/>
    <p:sldId id="268" r:id="rId6"/>
    <p:sldId id="269" r:id="rId7"/>
    <p:sldId id="259" r:id="rId8"/>
    <p:sldId id="270" r:id="rId9"/>
    <p:sldId id="260" r:id="rId10"/>
    <p:sldId id="261" r:id="rId11"/>
    <p:sldId id="271" r:id="rId12"/>
    <p:sldId id="262" r:id="rId13"/>
    <p:sldId id="272" r:id="rId14"/>
    <p:sldId id="263" r:id="rId15"/>
    <p:sldId id="273" r:id="rId16"/>
    <p:sldId id="264" r:id="rId17"/>
    <p:sldId id="274" r:id="rId18"/>
    <p:sldId id="265" r:id="rId19"/>
    <p:sldId id="266" r:id="rId20"/>
    <p:sldId id="267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1" d="100"/>
          <a:sy n="51" d="100"/>
        </p:scale>
        <p:origin x="17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D4F1D-A367-D984-7C35-E09B0DD156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Next Hikes IT Solutions</a:t>
            </a:r>
          </a:p>
        </p:txBody>
      </p:sp>
    </p:spTree>
    <p:extLst>
      <p:ext uri="{BB962C8B-B14F-4D97-AF65-F5344CB8AC3E}">
        <p14:creationId xmlns:p14="http://schemas.microsoft.com/office/powerpoint/2010/main" val="1776862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of Retail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Exploratory Data Analysis on 100,000 retail transactions</a:t>
            </a:r>
          </a:p>
          <a:p>
            <a:endParaRPr/>
          </a:p>
          <a:p>
            <a:r>
              <a:t>Objective:</a:t>
            </a:r>
          </a:p>
          <a:p>
            <a:r>
              <a:t>- Understand patterns</a:t>
            </a:r>
          </a:p>
          <a:p>
            <a:r>
              <a:t>- Detect outliers</a:t>
            </a:r>
          </a:p>
          <a:p>
            <a:r>
              <a:t>- Extract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100,000</a:t>
            </a:r>
          </a:p>
          <a:p>
            <a:r>
              <a:t>Columns: 18</a:t>
            </a:r>
          </a:p>
          <a:p>
            <a:r>
              <a:t>Types: Numerical, Categorical, Date</a:t>
            </a:r>
          </a:p>
          <a:p>
            <a:endParaRPr/>
          </a:p>
          <a:p>
            <a:r>
              <a:t>Goal: Business insights &amp; modeling readiness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Univariate Analysis - Numerical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FC68FE-08A1-9FB1-3BD3-6A4FA95593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725" y="1331839"/>
            <a:ext cx="4153798" cy="2766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CD079C-4C9D-4203-0283-647811A1D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31839"/>
            <a:ext cx="4379499" cy="27663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3C0793-BAD3-6EE6-260A-91C711D51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157" y="4255655"/>
            <a:ext cx="3368732" cy="2541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92197-7371-242A-745E-0A065B826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Analysis - Numerical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3891-2599-C3D2-5C9A-F0F482A4C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Product price is positively skewed</a:t>
            </a:r>
          </a:p>
          <a:p>
            <a:r>
              <a:rPr lang="en-US" dirty="0"/>
              <a:t>- Final price shows high kurtosis</a:t>
            </a:r>
          </a:p>
          <a:p>
            <a:r>
              <a:rPr lang="en-US" dirty="0"/>
              <a:t>- Discount is uniformly distributed</a:t>
            </a:r>
          </a:p>
          <a:p>
            <a:endParaRPr lang="en-US" dirty="0"/>
          </a:p>
          <a:p>
            <a:r>
              <a:rPr lang="en-US" dirty="0"/>
              <a:t>Insight: Few high-value transactions drive revenue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129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98923-0286-B754-A992-870790688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C599D6-A1B3-72E4-3158-D3548F4B1D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2625" y="1805294"/>
            <a:ext cx="3911801" cy="37149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364F80-D938-7FF6-27E3-3EA7035A4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43080"/>
            <a:ext cx="3943553" cy="36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923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Categorical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Majority: Regular customers</a:t>
            </a:r>
          </a:p>
          <a:p>
            <a:r>
              <a:t>- Electronics most sold category</a:t>
            </a:r>
          </a:p>
          <a:p>
            <a:r>
              <a:t>- Return rate ~15%</a:t>
            </a:r>
          </a:p>
          <a:p>
            <a:endParaRPr/>
          </a:p>
          <a:p>
            <a:r>
              <a:t>Insight: Electronics dominates but has returns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65D94-6672-C305-6D86-BBDA6FE9C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Outlier Detection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489735-4E07-D663-BB79-A3977E01A6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7679" y="1865352"/>
            <a:ext cx="4807197" cy="22670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B4DD5-D1DD-A691-F63B-495AAD480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9" y="4224824"/>
            <a:ext cx="4572235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410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Outlier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Found in product_price &amp; final_price</a:t>
            </a:r>
          </a:p>
          <a:p>
            <a:r>
              <a:t>- Due to bulk/premium purchases</a:t>
            </a:r>
          </a:p>
          <a:p>
            <a:r>
              <a:t>- Delivery delays as operational outliers</a:t>
            </a:r>
          </a:p>
          <a:p>
            <a:endParaRPr/>
          </a:p>
          <a:p>
            <a:r>
              <a:t>Insight: Outliers are valuable, not errors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Bivariate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Strong: price vs final_price</a:t>
            </a:r>
          </a:p>
          <a:p>
            <a:r>
              <a:t>- Strong: quantity vs final_price</a:t>
            </a:r>
          </a:p>
          <a:p>
            <a:r>
              <a:t>- Weak: age vs spending</a:t>
            </a:r>
          </a:p>
          <a:p>
            <a:endParaRPr/>
          </a:p>
          <a:p>
            <a:r>
              <a:t>Insight: Revenue depends on price &amp; quantity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29B96-9511-7FBD-47DC-6AFE8E014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Categorical vs Numerical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019EF6-034F-3356-BEDA-8F7651B16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5877" y="1667509"/>
            <a:ext cx="3927023" cy="29796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F36009-00B0-F5A3-E126-B3EF41785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099" y="1667509"/>
            <a:ext cx="3681701" cy="311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163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Categorical vs Numerical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Premium customers spend more</a:t>
            </a:r>
          </a:p>
          <a:p>
            <a:r>
              <a:t>- Electronics have higher returns</a:t>
            </a:r>
          </a:p>
          <a:p>
            <a:r>
              <a:t>- Express shipping reduces delivery time</a:t>
            </a:r>
          </a:p>
          <a:p>
            <a:endParaRPr/>
          </a:p>
          <a:p>
            <a:r>
              <a:t>Insight: Customer &amp; logistics impact revenue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C50A-9FBE-159E-F69D-08AFAAEA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Correlation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E77530-C6D0-5DB9-6D26-AF7D4AFF26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9350" y="1659618"/>
            <a:ext cx="4845299" cy="440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098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Correlation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Final price ↑ with price &amp; quantity</a:t>
            </a:r>
          </a:p>
          <a:p>
            <a:r>
              <a:t>- Negative with discount</a:t>
            </a:r>
          </a:p>
          <a:p>
            <a:r>
              <a:t>- Low link with delivery_days</a:t>
            </a:r>
          </a:p>
          <a:p>
            <a:endParaRPr/>
          </a:p>
          <a:p>
            <a:r>
              <a:t>Insight: Discounts reduce per-unit revenue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6FD7-8897-31C0-CBBF-5E7C5BED1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234177-A1D3-4729-1752-43BB926CE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3984" y="1656379"/>
            <a:ext cx="3287920" cy="3216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A5811-9FDE-03D0-E669-37B5113B1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159" y="1417638"/>
            <a:ext cx="4380796" cy="436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06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Multivariate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Electronics + moderate discount = high revenue</a:t>
            </a:r>
          </a:p>
          <a:p>
            <a:r>
              <a:t>- Age 30–45 premium spend most</a:t>
            </a:r>
          </a:p>
          <a:p>
            <a:r>
              <a:t>- Long delivery increases returns</a:t>
            </a:r>
          </a:p>
          <a:p>
            <a:endParaRPr/>
          </a:p>
          <a:p>
            <a:r>
              <a:t>Insight: Pricing + logistics + segment matters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1A22D-5097-28E0-060E-3C966DA7D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Skewness &amp; Kurtosis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F8A59F-9802-3C35-D2A4-0D323AF5F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1649" y="2253374"/>
            <a:ext cx="5720701" cy="377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575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Skewness &amp; Kurtosis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dirty="0"/>
              <a:t>Positive skew: </a:t>
            </a:r>
            <a:r>
              <a:rPr dirty="0" err="1"/>
              <a:t>product_price</a:t>
            </a:r>
            <a:r>
              <a:rPr dirty="0"/>
              <a:t>, </a:t>
            </a:r>
            <a:r>
              <a:rPr dirty="0" err="1"/>
              <a:t>final_price</a:t>
            </a:r>
            <a:endParaRPr dirty="0"/>
          </a:p>
          <a:p>
            <a:r>
              <a:rPr lang="en-US" dirty="0"/>
              <a:t> </a:t>
            </a:r>
            <a:r>
              <a:rPr dirty="0"/>
              <a:t>High kurtosis: </a:t>
            </a:r>
            <a:r>
              <a:rPr dirty="0" err="1"/>
              <a:t>final_price</a:t>
            </a:r>
            <a:endParaRPr dirty="0"/>
          </a:p>
          <a:p>
            <a:endParaRPr dirty="0"/>
          </a:p>
          <a:p>
            <a:r>
              <a:rPr dirty="0"/>
              <a:t>Insight: Heavy tail → few large transactions dominate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Revenue driven by premium purchases</a:t>
            </a:r>
          </a:p>
          <a:p>
            <a:r>
              <a:rPr dirty="0"/>
              <a:t>- Moderate discounts optimal</a:t>
            </a:r>
          </a:p>
          <a:p>
            <a:r>
              <a:rPr dirty="0"/>
              <a:t>- Improve delivery to reduce returns</a:t>
            </a:r>
          </a:p>
          <a:p>
            <a:r>
              <a:rPr dirty="0"/>
              <a:t>- Focus on premium customers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Revenue is right-skewed (few customers  generate most revenue)</a:t>
            </a:r>
          </a:p>
          <a:p>
            <a:r>
              <a:rPr lang="en-US" dirty="0"/>
              <a:t> Premium customers are key drivers of profit</a:t>
            </a:r>
          </a:p>
          <a:p>
            <a:r>
              <a:rPr lang="en-US" dirty="0"/>
              <a:t> Moderate discounts maximize revenue</a:t>
            </a:r>
          </a:p>
          <a:p>
            <a:r>
              <a:rPr lang="en-US" dirty="0"/>
              <a:t> Outliers represent high-value transactions</a:t>
            </a:r>
          </a:p>
          <a:p>
            <a:r>
              <a:rPr lang="en-US" dirty="0"/>
              <a:t> Longer delivery increases return probability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76A47-F439-6D88-EBC2-ABF971558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40" y="2717213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87589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358</Words>
  <Application>Microsoft Office PowerPoint</Application>
  <PresentationFormat>On-screen Show (4:3)</PresentationFormat>
  <Paragraphs>80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Next Hikes IT Solutions</vt:lpstr>
      <vt:lpstr>EDA of Retail Dataset</vt:lpstr>
      <vt:lpstr>Dataset Overview</vt:lpstr>
      <vt:lpstr>Univariate Analysis - Numerical</vt:lpstr>
      <vt:lpstr>Univariate Analysis - Numerical</vt:lpstr>
      <vt:lpstr>Categorical Analysis</vt:lpstr>
      <vt:lpstr>Categorical Analysis</vt:lpstr>
      <vt:lpstr>Outlier Detection</vt:lpstr>
      <vt:lpstr>Outlier Detection</vt:lpstr>
      <vt:lpstr>Bivariate Analysis</vt:lpstr>
      <vt:lpstr>Categorical vs Numerical</vt:lpstr>
      <vt:lpstr>Categorical vs Numerical</vt:lpstr>
      <vt:lpstr>Correlation Analysis</vt:lpstr>
      <vt:lpstr>Correlation Analysis</vt:lpstr>
      <vt:lpstr>Multivariate Insights</vt:lpstr>
      <vt:lpstr>Multivariate Insights</vt:lpstr>
      <vt:lpstr>Skewness &amp; Kurtosis</vt:lpstr>
      <vt:lpstr>Skewness &amp; Kurtosis</vt:lpstr>
      <vt:lpstr>Key Business Insights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Vishal Shetty, Rupa</cp:lastModifiedBy>
  <cp:revision>2</cp:revision>
  <dcterms:created xsi:type="dcterms:W3CDTF">2013-01-27T09:14:16Z</dcterms:created>
  <dcterms:modified xsi:type="dcterms:W3CDTF">2026-03-24T17:40:06Z</dcterms:modified>
  <cp:category/>
</cp:coreProperties>
</file>